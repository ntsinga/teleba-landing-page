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8E0C1A">
              <a:alpha val="65000"/>
            </a:srgbClr>
          </a:solidFill>
          <a:ln w="12700">
            <a:solidFill>
              <a:srgbClr val="8E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0"/>
            <a:ext cx="8229600" cy="8229600"/>
          </a:xfrm>
          <a:prstGeom prst="ellipse">
            <a:avLst/>
          </a:prstGeom>
          <a:solidFill>
            <a:srgbClr val="C0152A">
              <a:alpha val="40000"/>
            </a:srgbClr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2103120"/>
            <a:ext cx="6949440" cy="69494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-2834640"/>
            <a:ext cx="8412480" cy="84124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2468880" y="3474720"/>
            <a:ext cx="5852160" cy="5852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26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63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E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PILOTING IN UGANDA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56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Agent-First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 for Telecom &amp; Banking Agents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all your float accounts, commissions, and reconciliation — in 15 minutes a day.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3108960" cy="594360"/>
          </a:xfrm>
          <a:prstGeom prst="roundRect">
            <a:avLst>
              <a:gd name="adj" fmla="val 49231"/>
            </a:avLst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0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Waitlist — It's Free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5440680"/>
            <a:ext cx="1737360" cy="594360"/>
          </a:xfrm>
          <a:prstGeom prst="roundRect">
            <a:avLst>
              <a:gd name="adj" fmla="val 49231"/>
            </a:avLst>
          </a:prstGeom>
          <a:solidFill>
            <a:srgbClr val="FFFFFF">
              <a:alpha val="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5440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Features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Android &amp; Web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8E0C1A">
              <a:alpha val="70000"/>
            </a:srgbClr>
          </a:solidFill>
          <a:ln w="12700">
            <a:solidFill>
              <a:srgbClr val="8E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103120"/>
            <a:ext cx="6949440" cy="69494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-2834640"/>
            <a:ext cx="8412480" cy="84124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2468880" y="3474720"/>
            <a:ext cx="5852160" cy="5852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are switching to Teleba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83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105156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books replaced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292608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383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2hrs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470916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daily on reconciliation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26080"/>
            <a:ext cx="3291840" cy="2743200"/>
          </a:xfrm>
          <a:prstGeom prst="roundRect">
            <a:avLst>
              <a:gd name="adj" fmla="val 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3383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366760" y="47091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transparency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TELEBA · 1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Agents Face Every Day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7+ account books, reconciling for hours, and never knowing if you're being paid correctly — sound familiar?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1546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Books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010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juggle 7–14 different float accounts across mobile money networks and banks, all tracked on paper.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482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7482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058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31546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4058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Reconciling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4058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 takes 2–3 hours manually. Mistakes slip through and shortages go undetected for days.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1530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530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8106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8106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Opacity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8106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agents know the exact rates per transaction or whether they're being paid correctly by institutions.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Teleba — Challenges agents face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TELEBA · 2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Challenges Agents Face Every Day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7+ account books, reconciling for hours, and never knowing if you're being paid correctly — sound familiar?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31546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010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Insights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010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data, agents can't tell which services are most profitable or where money is leaking.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482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7482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058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31546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4058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&amp; Embezzlement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64058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fraud and customer scams are hard to detect without proper digital records and audit trails.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15300" y="260604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5300" y="2606040"/>
            <a:ext cx="3611880" cy="73152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81060" y="3017520"/>
            <a:ext cx="731520" cy="73152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81060" y="38862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Struggles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81060" y="438912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float, not enough cash — or vice versa. No data-driven guidance on optimal allocation.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Teleba — Challenges agents face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1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Need, One App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 replaces your paper books, spreadsheets, and guesswork with a purpose-built platform for agents.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146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980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3522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26791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Transaction Recording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91640" y="30815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transactions — MTN, Airtel, bank deposits — in one place. No more switching between 7 different books.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8862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41696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0682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91640" y="4050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Reconciliation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691640" y="44531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in 15 minutes instead of 2 hours. AI verifies your balance photos against your recorded data to catch discrepancies.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2578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52578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55412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678424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54223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 &amp; Verification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691640" y="58247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you earn per transaction. Teleba calculates what you're owed and flags underpayments automatically.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Everything you need, one app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2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Need, One App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 replaces your paper books, spreadsheets, and guesswork with a purpose-built platform for agents.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5146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980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3522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26791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91640" y="30815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expense — transport, airtime, supplies — and see your real profit after costs, not just commissions.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8862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41696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30682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91640" y="40507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691640" y="44531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and owners get instant alerts on reconciliations, losses, and expenses so problems are resolved fast.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257800"/>
            <a:ext cx="11064240" cy="120700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5257800"/>
            <a:ext cx="91440" cy="12070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5541264"/>
            <a:ext cx="640080" cy="640080"/>
          </a:xfrm>
          <a:prstGeom prst="ellipse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678424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54223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691640" y="58247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services are most profitable, transaction volume trends, and data-driven recommendations to grow your earnings.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— Everything you need, one app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Teleba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to transform your daily operations.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4420" y="3383280"/>
            <a:ext cx="10012680" cy="0"/>
          </a:xfrm>
          <a:prstGeom prst="line">
            <a:avLst/>
          </a:prstGeom>
          <a:noFill/>
          <a:ln w="25400">
            <a:solidFill>
              <a:srgbClr val="FDD83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34340" y="260604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91640" y="2880360"/>
            <a:ext cx="1097280" cy="1097280"/>
          </a:xfrm>
          <a:prstGeom prst="ellipse">
            <a:avLst/>
          </a:prstGeom>
          <a:solidFill>
            <a:srgbClr val="8E0C1A"/>
          </a:solidFill>
          <a:ln w="12700">
            <a:solidFill>
              <a:srgbClr val="8E0C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83080" y="2971800"/>
            <a:ext cx="914400" cy="91440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880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08660" y="4160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Transactions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00100" y="4754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your daily transactions across all networks and banks into one unified system as you serve customers.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4820" y="260604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2880360"/>
            <a:ext cx="1097280" cy="1097280"/>
          </a:xfrm>
          <a:prstGeom prst="ellipse">
            <a:avLst/>
          </a:prstGeom>
          <a:solidFill>
            <a:srgbClr val="8E0C1A"/>
          </a:solidFill>
          <a:ln w="12700">
            <a:solidFill>
              <a:srgbClr val="8E0C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2971800"/>
            <a:ext cx="914400" cy="91440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880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49140" y="4160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in Minutes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40580" y="4754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your shift, snap photos of your balances. Teleba cross-references everything and flags discrepancies.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15300" y="260604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72600" y="2880360"/>
            <a:ext cx="1097280" cy="1097280"/>
          </a:xfrm>
          <a:prstGeom prst="ellipse">
            <a:avLst/>
          </a:prstGeom>
          <a:solidFill>
            <a:srgbClr val="8E0C1A"/>
          </a:solidFill>
          <a:ln w="12700">
            <a:solidFill>
              <a:srgbClr val="8E0C1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64040" y="2971800"/>
            <a:ext cx="914400" cy="91440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2880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389620" y="4160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Business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81060" y="4754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commission insights, expense breakdowns, and liquidity recommendations to make smarter decisions every day.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Three simple steps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Start. Built to Scale.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 is completely free during our launch phase. Full features, no hidden costs, no credit card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572000" cy="3520440"/>
          </a:xfrm>
          <a:prstGeom prst="rect">
            <a:avLst/>
          </a:prstGeom>
          <a:solidFill>
            <a:srgbClr val="FFF8E1"/>
          </a:solidFill>
          <a:ln w="31750">
            <a:solidFill>
              <a:srgbClr val="FDD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0175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DD835">
              <a:alpha val="30000"/>
            </a:srgbClr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through Q2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agents during early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first 100 agents — spots filling 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53212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532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Early Access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2697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52160" y="32918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7024" y="3346704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309360" y="3246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transactions across all institutions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852160" y="37490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3803904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09360" y="3703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reconciliation suite with AI verification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5852160" y="42062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4261104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41605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tracking and rate calculations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852160" y="46634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4718304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09360" y="46177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and profitability reports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852160" y="51206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5175504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309360" y="5074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supervisor notifications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852160" y="5577840"/>
            <a:ext cx="292608" cy="29260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5632704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09360" y="5532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dashboard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Free during early access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B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8E0C1A">
              <a:alpha val="65000"/>
            </a:srgbClr>
          </a:solidFill>
          <a:ln w="12700">
            <a:solidFill>
              <a:srgbClr val="8E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7315200" cy="7315200"/>
          </a:xfrm>
          <a:prstGeom prst="ellipse">
            <a:avLst/>
          </a:prstGeom>
          <a:solidFill>
            <a:srgbClr val="C0152A">
              <a:alpha val="25000"/>
            </a:srgbClr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-1371600"/>
            <a:ext cx="5486400" cy="5486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2103120"/>
            <a:ext cx="6949440" cy="69494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-2834640"/>
            <a:ext cx="8412480" cy="84124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2468880" y="3474720"/>
            <a:ext cx="5852160" cy="58521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22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Take Control of Your Business?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growing community of agents in Uganda who are digitizing their operations with Teleba. Early access is completely free.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6858000" cy="73152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 to join the waitlist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420624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0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Waitlist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an account?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the app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 reach out directly? Email us at </a:t>
            </a:r>
            <a:pPr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info@teleba.io</a:t>
            </a:r>
            <a:pPr indent="0" marL="0">
              <a:buNone/>
            </a:pPr>
            <a:r>
              <a:rPr lang="en-US" sz="1300" dirty="0">
                <a:solidFill>
                  <a:srgbClr val="F4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Call: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+256 789 545 073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· 1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441448"/>
            <a:ext cx="502920" cy="50292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591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devices does Teleba work on?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 works on Android phones and any web browser on a computer or tablet. You don't need a specific device — if you can browse the internet, you can use Teleba.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13048"/>
            <a:ext cx="502920" cy="50292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7307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 offline or in areas with poor network?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160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Teleba is built for real agent conditions. You can record transactions offline and they sync automatically once your connection is restored.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5184648"/>
            <a:ext cx="502920" cy="50292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5102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business data safe?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532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encrypted and stored securely in the cloud. Only you and the people you grant access to — like a supervisor — can see your records.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· 2 /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441448"/>
            <a:ext cx="502920" cy="50292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591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free period ends?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give you plenty of notice before any pricing changes. Agents who join during early access will get preferential rates. No surprise costs.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41648"/>
            <a:ext cx="502920" cy="50292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it take to get started?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agents are fully set up by the end of their first shift. You'll add your accounts, record a few transactions, and reconcile once — and from there it's just your normal routine.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0"/>
            <a:ext cx="8229600" cy="8229600"/>
          </a:xfrm>
          <a:prstGeom prst="ellipse">
            <a:avLst/>
          </a:prstGeom>
          <a:solidFill>
            <a:srgbClr val="B8860B">
              <a:alpha val="2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</a:t>
            </a:r>
            <a:pPr indent="0" marL="0">
              <a:buNone/>
            </a:pPr>
            <a:r>
              <a:rPr lang="en-US" sz="7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&amp; Banking Agent Application — Made for Uganda's agents.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3657600" cy="0"/>
          </a:xfrm>
          <a:prstGeom prst="line">
            <a:avLst/>
          </a:prstGeom>
          <a:noFill/>
          <a:ln w="19050">
            <a:solidFill>
              <a:srgbClr val="FDD8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info@teleba.io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+256 789 545 073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Web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Teleba. All rights reserved.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DD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teleba.io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Teleba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Teleba — The Agent-First Platform</dc:title>
  <dc:subject>PptxGenJS Presentation</dc:subject>
  <dc:creator>Teleba</dc:creator>
  <cp:lastModifiedBy>Teleba</cp:lastModifiedBy>
  <cp:revision>1</cp:revision>
  <dcterms:created xsi:type="dcterms:W3CDTF">2026-05-03T00:33:42Z</dcterms:created>
  <dcterms:modified xsi:type="dcterms:W3CDTF">2026-05-03T00:33:42Z</dcterms:modified>
</cp:coreProperties>
</file>